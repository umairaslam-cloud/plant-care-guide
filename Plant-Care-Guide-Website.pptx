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4630400" cy="8229600"/>
  <p:notesSz cx="8229600" cy="14630400"/>
  <p:embeddedFontLst>
    <p:embeddedFont>
      <p:font typeface="Syne" panose="020B0604020202020204" charset="0"/>
      <p:regular r:id="rId12"/>
    </p:embeddedFont>
    <p:embeddedFont>
      <p:font typeface="Syne Extra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5117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6584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60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Plant Care Guide </a:t>
            </a: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Website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72356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Interactive guide for plant enthusiasts</a:t>
            </a:r>
          </a:p>
          <a:p>
            <a:pPr>
              <a:lnSpc>
                <a:spcPts val="2850"/>
              </a:lnSpc>
            </a:pP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Learn about plant care, solve issues, get tips</a:t>
            </a:r>
            <a:endParaRPr lang="en-US" sz="2400" dirty="0"/>
          </a:p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044678"/>
            <a:ext cx="374927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Presented By: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-1797010" y="6263759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4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                              Umair Aslam           242791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2193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Overview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291572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Comprehensive plant care guidance for all skill levels.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35792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Covers watering, soil, lighting, and pest/disease management.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380011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Interactive tools diagnose problems and provide personalized care.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24231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Connects you with a community of plant enthusiasts.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468451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Guidance on repotting, propagation, and troubleshooting.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512671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Empowers you to create a thriving indoor plant collection.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574476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Appreciate these amazing organisms.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9315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Technologies Used in Development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859649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46534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HTML</a:t>
            </a:r>
            <a:endParaRPr lang="en-US" sz="22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21" y="3859649"/>
            <a:ext cx="566976" cy="56697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42021" y="46534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CSS</a:t>
            </a:r>
            <a:endParaRPr lang="en-US" sz="22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688211"/>
            <a:ext cx="566976" cy="56697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93790" y="64820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JavaScript</a:t>
            </a:r>
            <a:endParaRPr lang="en-US" sz="22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2021" y="5688211"/>
            <a:ext cx="566976" cy="566976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742021" y="64820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Bootstrap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978" y="949417"/>
            <a:ext cx="63807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54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Code Snippet:</a:t>
            </a:r>
            <a:endParaRPr lang="en-US" sz="5400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19D2A984-DBB1-F854-B6C9-423CB1DDA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56" y="1968279"/>
            <a:ext cx="14188888" cy="61247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EB8EC-21B6-CD17-BCE5-181EE19A6FC7}"/>
              </a:ext>
            </a:extLst>
          </p:cNvPr>
          <p:cNvSpPr/>
          <p:nvPr/>
        </p:nvSpPr>
        <p:spPr>
          <a:xfrm>
            <a:off x="0" y="7753827"/>
            <a:ext cx="14630400" cy="4757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plant care guide&#10;&#10;Description automatically generated">
            <a:extLst>
              <a:ext uri="{FF2B5EF4-FFF2-40B4-BE49-F238E27FC236}">
                <a16:creationId xmlns:a16="http://schemas.microsoft.com/office/drawing/2014/main" id="{BEDB7D92-9C21-9F6C-E8A9-89617B781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14" y="1845733"/>
            <a:ext cx="14098371" cy="57825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66E22E-4D84-1FB8-8A43-996937B78A0F}"/>
              </a:ext>
            </a:extLst>
          </p:cNvPr>
          <p:cNvSpPr txBox="1"/>
          <p:nvPr/>
        </p:nvSpPr>
        <p:spPr>
          <a:xfrm>
            <a:off x="529166" y="879559"/>
            <a:ext cx="7323666" cy="840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5550"/>
              </a:lnSpc>
              <a:buNone/>
            </a:pPr>
            <a:r>
              <a:rPr lang="en-US" sz="60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Website looks: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849899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9473" y="608290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How the Website Works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473" y="2319933"/>
            <a:ext cx="1104424" cy="17671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95128" y="2540794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Home Page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695128" y="3018353"/>
            <a:ext cx="6162199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Plant quiz and enrollment session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473" y="4087058"/>
            <a:ext cx="1104424" cy="17671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95128" y="4307919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Care Tips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695128" y="4785479"/>
            <a:ext cx="6162199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Detailed care tips for various plants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9473" y="5854184"/>
            <a:ext cx="1104424" cy="17671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95128" y="6075045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Plant Issues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695128" y="6552605"/>
            <a:ext cx="6162199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Common plant problems and solutions</a:t>
            </a:r>
            <a:endParaRPr lang="en-US" sz="17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0B85E0-B54F-5C33-DC42-65D6D8F23A54}"/>
              </a:ext>
            </a:extLst>
          </p:cNvPr>
          <p:cNvSpPr/>
          <p:nvPr/>
        </p:nvSpPr>
        <p:spPr>
          <a:xfrm>
            <a:off x="5486400" y="7753827"/>
            <a:ext cx="9144000" cy="4757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205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Challenges Faced During Development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3033236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79307" y="3621881"/>
            <a:ext cx="15001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357217" y="3260050"/>
            <a:ext cx="49921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JavaScript Debugging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750469"/>
            <a:ext cx="49921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Complex quiz functionality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4353282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6D912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4396859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12156" y="4823579"/>
            <a:ext cx="2843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433304" y="4623673"/>
            <a:ext cx="42482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Responsive Design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5114092"/>
            <a:ext cx="42482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Bootstrap layout challenges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716905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6D912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760482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04774" y="6187202"/>
            <a:ext cx="29896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509272" y="5987296"/>
            <a:ext cx="43472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Smooth Navigation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6477714"/>
            <a:ext cx="43472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Between pages</a:t>
            </a:r>
            <a:endParaRPr lang="en-US" sz="17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B6C00C-4723-CF60-D02E-E65A6D4F9DDB}"/>
              </a:ext>
            </a:extLst>
          </p:cNvPr>
          <p:cNvSpPr/>
          <p:nvPr/>
        </p:nvSpPr>
        <p:spPr>
          <a:xfrm>
            <a:off x="0" y="7753827"/>
            <a:ext cx="14630400" cy="4757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1406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Project Summary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026932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17439" y="4026932"/>
            <a:ext cx="28595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Skills Gained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17439" y="4517350"/>
            <a:ext cx="30412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HTML, CSS, JavaScript coding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4026932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9116" y="40269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Impact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309116" y="4517350"/>
            <a:ext cx="30412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Empowering plant enthusiasts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362218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17439" y="5362218"/>
            <a:ext cx="29763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Call to Action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417439" y="5852636"/>
            <a:ext cx="693277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Your Plant Journey Starts Here!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028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7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93790" y="4178617"/>
            <a:ext cx="45531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Explore the Website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Start your plant care journey today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4178617"/>
            <a:ext cx="38473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Connect With Us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Share your plant stories and experiences</a:t>
            </a: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94CE61-1769-807D-CF03-5DA82DEC3F09}"/>
              </a:ext>
            </a:extLst>
          </p:cNvPr>
          <p:cNvSpPr/>
          <p:nvPr/>
        </p:nvSpPr>
        <p:spPr>
          <a:xfrm>
            <a:off x="0" y="7753827"/>
            <a:ext cx="14630400" cy="4757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204</Words>
  <Application>Microsoft Office PowerPoint</Application>
  <PresentationFormat>Custom</PresentationFormat>
  <Paragraphs>57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Syne Extra Bold</vt:lpstr>
      <vt:lpstr>Arial</vt:lpstr>
      <vt:lpstr>Syne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Nouman Aamir</cp:lastModifiedBy>
  <cp:revision>2</cp:revision>
  <dcterms:created xsi:type="dcterms:W3CDTF">2024-12-29T18:30:02Z</dcterms:created>
  <dcterms:modified xsi:type="dcterms:W3CDTF">2024-12-29T18:36:13Z</dcterms:modified>
</cp:coreProperties>
</file>